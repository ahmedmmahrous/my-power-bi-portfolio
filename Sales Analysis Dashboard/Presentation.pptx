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ar-E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0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2FBA2-2F1D-48B0-AC39-A3906B7AA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42001E-AB84-4D03-978A-0AC35BC55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141D6-9A2A-40EF-93D4-68F7DC5C4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A738B-213F-4F2D-BE22-911D764C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3CDAD-086F-4F9D-B282-0D6E46633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431168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1A54-E3E2-4CB5-9C15-AC52A5543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8FF9D-5436-4956-895F-B975C265A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9DEFA-8E5F-4EA8-86BF-20D2771F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0C9AA-BAA2-44E5-8FF1-4BE27581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5195E-FEFE-445A-8278-289D14B88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97613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E6348-AB6F-4B3D-886B-FD681E13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4E386-3807-4400-A911-0E3F304CA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601D1-6962-45AE-A27E-298459C91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D47EC-C45D-4866-817A-3CF0BC4D1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83880-EA1B-40CB-ABE7-042D65C6F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068186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4B33-3992-4A74-AA3D-EFF1BAE15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9A3B-2191-466D-B737-8434BA4FEB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67EDB-50ED-40AC-AB40-AB54AA1CA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FDECD-256A-428F-82B2-3E6567CDF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B676F-0972-4AAB-8423-31C678D3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883297-D839-4CB2-8589-EB232376B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579293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2F3CA-6091-4B50-909A-CDC5A1E9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6DE04-E348-46BD-BDB3-282AC2A80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A54ADE-06E9-467F-8846-6B6826827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31EDFE-1B4B-44B3-8085-81DF4EC164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B64852-7D96-4551-AAF4-BA4B65FF20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E06172-27FC-42CE-9140-EEAA6F69C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D68B9D-C5AA-4B0A-8EEA-9B6B5E715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4D715-07CA-4B2A-9692-7DFAACE20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568761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29F0B-A7E2-4FD8-9033-4D31173C2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82F60C-E830-4EBA-A5FB-6D6381B24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1ECC53-F3D5-476D-8D02-7FD579484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F99619-578D-45F8-B663-8ED559606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447044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23AD99-CDF6-4811-A71D-443F0502D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ACA18-F1D1-4277-88C1-DD9AED80A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5E804-08F2-453D-B17E-FBFDA826C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90983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6F3E3-8EF6-47C1-9BD2-F335CEAD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CF231-AB10-455E-A65F-0EA72FD50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EFAD1-9B8C-4047-86E9-EB79A77AD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AA817-63CE-4D22-97B2-6CEBD957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37F34F-1787-46A2-B926-AA39753EC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90CC34-B4F5-40F3-82CA-A1DF37029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659324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262D-8669-465D-B30D-45627287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850DD6-3210-464F-B06A-D0C63CCE22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57AE0-A11F-48CA-9A0D-AC4A732D77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6D18B6-FEB5-478F-8551-50A2855DD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85F8C-9955-422C-9C3F-6E35164C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488527-540A-4D7C-9294-196022FA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592489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D8B4F-B0E4-43BD-BF79-71B716EC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6DD699-30F4-4A5A-AEBA-2D6AFE9AB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1DA5F-DF91-42A7-B798-1231CAC3D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1E92-2E0A-42BD-88DB-199EDE962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50CCE-E91B-4BE0-B943-611EF3A88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020914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4DF62-6947-44BF-9E8B-23A11DE124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26D05-347A-4405-B705-33BA80D32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92EEA-9D69-4D02-9D1B-38E802F19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AD35A-99E0-47CF-8E11-CFAF8DFC7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75C7F-43CD-41DC-919F-019DA2DCF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955766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409B1-0E78-4A43-AD08-F310AA08D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41FA6-6D03-407F-A88D-254C05738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ACE5E-46A3-4E52-86B8-47AD444A3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D85F0-5B66-4BE3-8DE5-F98511BA27F7}" type="datetimeFigureOut">
              <a:rPr lang="ar-EG" smtClean="0"/>
              <a:t>28/02/1446</a:t>
            </a:fld>
            <a:endParaRPr lang="ar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642B26-CC1E-44A4-A7BA-D91DBA2ED5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ar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D9BF8-E951-48D3-89D2-551E335B4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5BC710-C265-4F80-888A-6AC301E586F1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48553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E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1C8795-BAEF-47EB-B3AD-6EC34622EDA3}"/>
              </a:ext>
            </a:extLst>
          </p:cNvPr>
          <p:cNvSpPr/>
          <p:nvPr/>
        </p:nvSpPr>
        <p:spPr>
          <a:xfrm>
            <a:off x="1936474" y="2504661"/>
            <a:ext cx="8160026" cy="132556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8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End to End Power </a:t>
            </a:r>
            <a:r>
              <a:rPr lang="en-US" sz="280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BI Project</a:t>
            </a:r>
            <a:endParaRPr lang="ar-EG" sz="280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6187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9B4EB-16CD-4C3E-BD38-B3ED44A3C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183" y="472108"/>
            <a:ext cx="10515600" cy="5913783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Requirement Gathering (BRD / FRD)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 Collections (Database/CSV/ Excel)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 Modelling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 Cleaning / Data Pre-processing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UI Report (Charts / Custom Charts)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Additional Information (DAX Calculations)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RLS (Rule Level Security)</a:t>
            </a:r>
            <a:endParaRPr lang="ar-EG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C208B9-95EC-42B8-BF31-89D80AAB8EB7}"/>
              </a:ext>
            </a:extLst>
          </p:cNvPr>
          <p:cNvSpPr/>
          <p:nvPr/>
        </p:nvSpPr>
        <p:spPr>
          <a:xfrm>
            <a:off x="944217" y="606287"/>
            <a:ext cx="2584174" cy="89452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marL="0" indent="0" algn="ctr">
              <a:buNone/>
            </a:pPr>
            <a:r>
              <a:rPr lang="en-US" sz="28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Project Steps</a:t>
            </a:r>
          </a:p>
        </p:txBody>
      </p:sp>
    </p:spTree>
    <p:extLst>
      <p:ext uri="{BB962C8B-B14F-4D97-AF65-F5344CB8AC3E}">
        <p14:creationId xmlns:p14="http://schemas.microsoft.com/office/powerpoint/2010/main" val="169684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669A-AC39-4876-970E-465A231F4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6539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Create Workspace (Provide workspace access within team)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Publish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Schedule Refresh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Add Roles, Subscribe, alerts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Share the Report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Create App and Share</a:t>
            </a:r>
            <a:endParaRPr lang="ar-EG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56BF3E-0DBF-457E-965B-D470495C8CE1}"/>
              </a:ext>
            </a:extLst>
          </p:cNvPr>
          <p:cNvSpPr/>
          <p:nvPr/>
        </p:nvSpPr>
        <p:spPr>
          <a:xfrm>
            <a:off x="944217" y="606287"/>
            <a:ext cx="3359426" cy="89452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8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Project Steps Conti... </a:t>
            </a:r>
          </a:p>
        </p:txBody>
      </p:sp>
    </p:spTree>
    <p:extLst>
      <p:ext uri="{BB962C8B-B14F-4D97-AF65-F5344CB8AC3E}">
        <p14:creationId xmlns:p14="http://schemas.microsoft.com/office/powerpoint/2010/main" val="2160156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BA3C5-7BA5-4723-89DA-3C45CB561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1</a:t>
            </a:r>
          </a:p>
          <a:p>
            <a:pPr marL="576263" indent="-179388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Requirement Gathering / Data Collection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2</a:t>
            </a:r>
          </a:p>
          <a:p>
            <a:pPr marL="576263" indent="-119063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Data transformations / Data Computations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3</a:t>
            </a:r>
          </a:p>
          <a:p>
            <a:pPr marL="685800" indent="-168275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Power BI Reports/UI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4</a:t>
            </a:r>
          </a:p>
          <a:p>
            <a:pPr marL="685800" indent="-109538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Dashboard / Publishing</a:t>
            </a:r>
            <a:endParaRPr lang="ar-EG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034D64-2786-42E2-B4C1-BD6BF75AE7F9}"/>
              </a:ext>
            </a:extLst>
          </p:cNvPr>
          <p:cNvSpPr/>
          <p:nvPr/>
        </p:nvSpPr>
        <p:spPr>
          <a:xfrm>
            <a:off x="838200" y="596349"/>
            <a:ext cx="1338470" cy="89452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8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56633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111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Ahmed M Mahrous</dc:creator>
  <cp:lastModifiedBy>Ahmed M Mahrous</cp:lastModifiedBy>
  <cp:revision>3</cp:revision>
  <dcterms:created xsi:type="dcterms:W3CDTF">2024-08-13T11:12:46Z</dcterms:created>
  <dcterms:modified xsi:type="dcterms:W3CDTF">2024-09-01T22:26:12Z</dcterms:modified>
</cp:coreProperties>
</file>