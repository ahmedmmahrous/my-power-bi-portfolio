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2" r:id="rId6"/>
  </p:sldIdLst>
  <p:sldSz cx="20116800" cy="10972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74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4600" y="1795781"/>
            <a:ext cx="1508760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5763261"/>
            <a:ext cx="150876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9945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0407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3" y="2735582"/>
            <a:ext cx="1735074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3" y="7343142"/>
            <a:ext cx="1735074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8303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2921000"/>
            <a:ext cx="85496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2921000"/>
            <a:ext cx="85496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3724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584201"/>
            <a:ext cx="1735074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1" y="2689861"/>
            <a:ext cx="8510349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1" y="4008120"/>
            <a:ext cx="8510349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0" y="2689861"/>
            <a:ext cx="8552260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0" y="4008120"/>
            <a:ext cx="855226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052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9781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2735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31520"/>
            <a:ext cx="6488191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1579881"/>
            <a:ext cx="1018413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291840"/>
            <a:ext cx="6488191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9864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31520"/>
            <a:ext cx="6488191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1579881"/>
            <a:ext cx="1018413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291840"/>
            <a:ext cx="6488191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4553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0279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5" y="584200"/>
            <a:ext cx="433768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0" y="584200"/>
            <a:ext cx="1276159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3433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584201"/>
            <a:ext cx="1735074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2921000"/>
            <a:ext cx="1735074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10170161"/>
            <a:ext cx="45262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D85F0-5B66-4BE3-8DE5-F98511BA27F7}" type="datetimeFigureOut">
              <a:rPr lang="ar-EG" smtClean="0"/>
              <a:t>21/01/1447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10170161"/>
            <a:ext cx="67894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10170161"/>
            <a:ext cx="45262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BC710-C265-4F80-888A-6AC301E586F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5374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63040" rtl="1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r" defTabSz="1463040" rtl="1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r" defTabSz="1463040" rtl="1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r" defTabSz="1463040" rtl="1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1C8795-BAEF-47EB-B3AD-6EC34622EDA3}"/>
              </a:ext>
            </a:extLst>
          </p:cNvPr>
          <p:cNvSpPr/>
          <p:nvPr/>
        </p:nvSpPr>
        <p:spPr>
          <a:xfrm>
            <a:off x="5898875" y="4562065"/>
            <a:ext cx="8160026" cy="132556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End to End Power </a:t>
            </a:r>
            <a:r>
              <a:rPr lang="en-US" sz="28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BI Project</a:t>
            </a:r>
            <a:endParaRPr lang="ar-EG" sz="2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187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9B4EB-16CD-4C3E-BD38-B3ED44A3C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583" y="2529513"/>
            <a:ext cx="10515600" cy="59137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Requirement Gathering (BRD / FRD)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Collections (Database/CSV/ Excel)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Modelling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Cleaning / Data Pre-processing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UI Report (Charts / Custom Charts)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Additional Information (DAX Calculations)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RLS (Rule Level Security)</a:t>
            </a:r>
            <a:endParaRPr lang="ar-EG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C208B9-95EC-42B8-BF31-89D80AAB8EB7}"/>
              </a:ext>
            </a:extLst>
          </p:cNvPr>
          <p:cNvSpPr/>
          <p:nvPr/>
        </p:nvSpPr>
        <p:spPr>
          <a:xfrm>
            <a:off x="4906617" y="2663691"/>
            <a:ext cx="2584174" cy="89452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Project Steps</a:t>
            </a:r>
          </a:p>
        </p:txBody>
      </p:sp>
    </p:spTree>
    <p:extLst>
      <p:ext uri="{BB962C8B-B14F-4D97-AF65-F5344CB8AC3E}">
        <p14:creationId xmlns:p14="http://schemas.microsoft.com/office/powerpoint/2010/main" val="16968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669A-AC39-4876-970E-465A231F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373393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Workspace (Provide workspace access within team)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Publish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Schedule Refresh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 Roles, Subscribe, alerts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Share the Report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App and Share</a:t>
            </a:r>
            <a:endParaRPr lang="ar-EG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56BF3E-0DBF-457E-965B-D470495C8CE1}"/>
              </a:ext>
            </a:extLst>
          </p:cNvPr>
          <p:cNvSpPr/>
          <p:nvPr/>
        </p:nvSpPr>
        <p:spPr>
          <a:xfrm>
            <a:off x="4906618" y="2663691"/>
            <a:ext cx="3359426" cy="89452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Project Steps Conti... </a:t>
            </a:r>
          </a:p>
        </p:txBody>
      </p:sp>
    </p:spTree>
    <p:extLst>
      <p:ext uri="{BB962C8B-B14F-4D97-AF65-F5344CB8AC3E}">
        <p14:creationId xmlns:p14="http://schemas.microsoft.com/office/powerpoint/2010/main" val="216015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A3C5-7BA5-4723-89DA-3C45CB56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</a:p>
          <a:p>
            <a:pPr marL="576258" indent="-179386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Requirement Gathering / Data Collection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2</a:t>
            </a:r>
          </a:p>
          <a:p>
            <a:pPr marL="576258" indent="-11906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 transformations / Data Computations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</a:t>
            </a:r>
          </a:p>
          <a:p>
            <a:pPr marL="685793" indent="-168274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Power BI Reports/UI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4</a:t>
            </a:r>
          </a:p>
          <a:p>
            <a:pPr marL="685793" indent="-109537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Dashboard / Publishing</a:t>
            </a:r>
            <a:endParaRPr lang="ar-EG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034D64-2786-42E2-B4C1-BD6BF75AE7F9}"/>
              </a:ext>
            </a:extLst>
          </p:cNvPr>
          <p:cNvSpPr/>
          <p:nvPr/>
        </p:nvSpPr>
        <p:spPr>
          <a:xfrm>
            <a:off x="4800601" y="2653754"/>
            <a:ext cx="1338470" cy="89452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5663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0526CE-4FF5-45FA-B17C-7BF400BA7E9C}"/>
              </a:ext>
            </a:extLst>
          </p:cNvPr>
          <p:cNvSpPr/>
          <p:nvPr/>
        </p:nvSpPr>
        <p:spPr>
          <a:xfrm>
            <a:off x="192504" y="112297"/>
            <a:ext cx="19726573" cy="10860505"/>
          </a:xfrm>
          <a:prstGeom prst="roundRect">
            <a:avLst>
              <a:gd name="adj" fmla="val 2758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353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1604FF-C59E-4CE1-8495-F57CE6138F48}"/>
              </a:ext>
            </a:extLst>
          </p:cNvPr>
          <p:cNvGrpSpPr/>
          <p:nvPr/>
        </p:nvGrpSpPr>
        <p:grpSpPr>
          <a:xfrm>
            <a:off x="1426447" y="479109"/>
            <a:ext cx="5673733" cy="3850165"/>
            <a:chOff x="6095999" y="3962399"/>
            <a:chExt cx="4572000" cy="32004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EB242D7-A3AF-41F0-9349-D688FD055A9F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12" dirty="0"/>
                <a:t> </a:t>
              </a:r>
              <a:endParaRPr lang="ar-EG" sz="312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C6742AA-74E9-4344-9F8C-9B13F02D9060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gradFill>
              <a:gsLst>
                <a:gs pos="0">
                  <a:srgbClr val="EDEEF5"/>
                </a:gs>
                <a:gs pos="100000">
                  <a:schemeClr val="bg1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12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15BBD9-42AD-4E44-9F2D-1A65716F87C8}"/>
              </a:ext>
            </a:extLst>
          </p:cNvPr>
          <p:cNvGrpSpPr/>
          <p:nvPr/>
        </p:nvGrpSpPr>
        <p:grpSpPr>
          <a:xfrm>
            <a:off x="1572126" y="5784181"/>
            <a:ext cx="18015283" cy="4709509"/>
            <a:chOff x="6095999" y="3962397"/>
            <a:chExt cx="4572000" cy="320040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13D99D8-4C8A-42C8-BF10-993914BFD55C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12" dirty="0"/>
                <a:t> </a:t>
              </a:r>
              <a:endParaRPr lang="ar-EG" sz="312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3C9D596-4CC5-4A3E-836C-089B0E2929F4}"/>
                </a:ext>
              </a:extLst>
            </p:cNvPr>
            <p:cNvSpPr/>
            <p:nvPr/>
          </p:nvSpPr>
          <p:spPr>
            <a:xfrm>
              <a:off x="6095999" y="3962397"/>
              <a:ext cx="4572000" cy="3200400"/>
            </a:xfrm>
            <a:prstGeom prst="roundRect">
              <a:avLst/>
            </a:prstGeom>
            <a:gradFill>
              <a:gsLst>
                <a:gs pos="0">
                  <a:srgbClr val="EDEEF5"/>
                </a:gs>
                <a:gs pos="100000">
                  <a:schemeClr val="bg1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12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0995EC-8CB3-403D-845B-DF21E7024A62}"/>
              </a:ext>
            </a:extLst>
          </p:cNvPr>
          <p:cNvSpPr/>
          <p:nvPr/>
        </p:nvSpPr>
        <p:spPr>
          <a:xfrm>
            <a:off x="197723" y="147038"/>
            <a:ext cx="985971" cy="10825762"/>
          </a:xfrm>
          <a:prstGeom prst="roundRect">
            <a:avLst/>
          </a:prstGeom>
          <a:gradFill>
            <a:gsLst>
              <a:gs pos="0">
                <a:srgbClr val="7B00AD"/>
              </a:gs>
              <a:gs pos="100000">
                <a:srgbClr val="FDA9A9"/>
              </a:gs>
              <a:gs pos="100000">
                <a:schemeClr val="bg1"/>
              </a:gs>
              <a:gs pos="100000">
                <a:srgbClr val="FDA9A9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312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B736EA-3B1D-47CE-93C1-4600D1F64C77}"/>
              </a:ext>
            </a:extLst>
          </p:cNvPr>
          <p:cNvGrpSpPr/>
          <p:nvPr/>
        </p:nvGrpSpPr>
        <p:grpSpPr>
          <a:xfrm>
            <a:off x="7670061" y="496227"/>
            <a:ext cx="5673733" cy="3850165"/>
            <a:chOff x="6095999" y="3962399"/>
            <a:chExt cx="4572000" cy="32004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F51D0CC-8549-42BC-A5C0-68F38963F8C5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12" dirty="0"/>
                <a:t> </a:t>
              </a:r>
              <a:endParaRPr lang="ar-EG" sz="312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613FAF8-D670-4B74-9FB1-F76C4C171B96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gradFill>
              <a:gsLst>
                <a:gs pos="0">
                  <a:srgbClr val="EDEEF5"/>
                </a:gs>
                <a:gs pos="100000">
                  <a:schemeClr val="bg1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12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0B7D52-D71B-4828-A3DE-C35BAABB8662}"/>
              </a:ext>
            </a:extLst>
          </p:cNvPr>
          <p:cNvGrpSpPr/>
          <p:nvPr/>
        </p:nvGrpSpPr>
        <p:grpSpPr>
          <a:xfrm>
            <a:off x="13913676" y="513345"/>
            <a:ext cx="5673733" cy="3850165"/>
            <a:chOff x="6095999" y="3962399"/>
            <a:chExt cx="4572000" cy="32004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AEDADD6-2BC5-41C4-87D1-6B0B43D2E26D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312" dirty="0"/>
                <a:t> </a:t>
              </a:r>
              <a:endParaRPr lang="ar-EG" sz="312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9DD1971-C102-42F6-B0A3-5337E5FA1D49}"/>
                </a:ext>
              </a:extLst>
            </p:cNvPr>
            <p:cNvSpPr/>
            <p:nvPr/>
          </p:nvSpPr>
          <p:spPr>
            <a:xfrm>
              <a:off x="6095999" y="3962399"/>
              <a:ext cx="4572000" cy="3200400"/>
            </a:xfrm>
            <a:prstGeom prst="roundRect">
              <a:avLst/>
            </a:prstGeom>
            <a:gradFill>
              <a:gsLst>
                <a:gs pos="0">
                  <a:srgbClr val="EDEEF5"/>
                </a:gs>
                <a:gs pos="100000">
                  <a:schemeClr val="bg1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312" dirty="0"/>
            </a:p>
          </p:txBody>
        </p:sp>
      </p:grpSp>
    </p:spTree>
    <p:extLst>
      <p:ext uri="{BB962C8B-B14F-4D97-AF65-F5344CB8AC3E}">
        <p14:creationId xmlns:p14="http://schemas.microsoft.com/office/powerpoint/2010/main" val="3979482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115</Words>
  <Application>Microsoft Office PowerPoint</Application>
  <PresentationFormat>Custom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M Mahrous</dc:creator>
  <cp:lastModifiedBy>Ahmed M Mahrous</cp:lastModifiedBy>
  <cp:revision>5</cp:revision>
  <dcterms:created xsi:type="dcterms:W3CDTF">2024-08-13T11:12:46Z</dcterms:created>
  <dcterms:modified xsi:type="dcterms:W3CDTF">2025-07-16T11:54:08Z</dcterms:modified>
</cp:coreProperties>
</file>