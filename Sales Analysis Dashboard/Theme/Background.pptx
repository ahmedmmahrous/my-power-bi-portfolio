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</p:sldIdLst>
  <p:sldSz cx="48555275" cy="384048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F6E4"/>
    <a:srgbClr val="2A292C"/>
    <a:srgbClr val="35373B"/>
    <a:srgbClr val="130E11"/>
    <a:srgbClr val="282528"/>
    <a:srgbClr val="303435"/>
    <a:srgbClr val="140E12"/>
    <a:srgbClr val="7C9496"/>
    <a:srgbClr val="2C2E32"/>
    <a:srgbClr val="8098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603" autoAdjust="0"/>
  </p:normalViewPr>
  <p:slideViewPr>
    <p:cSldViewPr snapToGrid="0">
      <p:cViewPr varScale="1">
        <p:scale>
          <a:sx n="13" d="100"/>
          <a:sy n="13" d="100"/>
        </p:scale>
        <p:origin x="111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1646" y="6285233"/>
            <a:ext cx="41271984" cy="13370560"/>
          </a:xfrm>
        </p:spPr>
        <p:txBody>
          <a:bodyPr anchor="b"/>
          <a:lstStyle>
            <a:lvl1pPr algn="ctr">
              <a:defRPr sz="31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69410" y="20171413"/>
            <a:ext cx="36416456" cy="9272267"/>
          </a:xfrm>
        </p:spPr>
        <p:txBody>
          <a:bodyPr/>
          <a:lstStyle>
            <a:lvl1pPr marL="0" indent="0" algn="ctr">
              <a:buNone/>
              <a:defRPr sz="12744"/>
            </a:lvl1pPr>
            <a:lvl2pPr marL="2427778" indent="0" algn="ctr">
              <a:buNone/>
              <a:defRPr sz="10620"/>
            </a:lvl2pPr>
            <a:lvl3pPr marL="4855555" indent="0" algn="ctr">
              <a:buNone/>
              <a:defRPr sz="9558"/>
            </a:lvl3pPr>
            <a:lvl4pPr marL="7283333" indent="0" algn="ctr">
              <a:buNone/>
              <a:defRPr sz="8496"/>
            </a:lvl4pPr>
            <a:lvl5pPr marL="9711111" indent="0" algn="ctr">
              <a:buNone/>
              <a:defRPr sz="8496"/>
            </a:lvl5pPr>
            <a:lvl6pPr marL="12138889" indent="0" algn="ctr">
              <a:buNone/>
              <a:defRPr sz="8496"/>
            </a:lvl6pPr>
            <a:lvl7pPr marL="14566666" indent="0" algn="ctr">
              <a:buNone/>
              <a:defRPr sz="8496"/>
            </a:lvl7pPr>
            <a:lvl8pPr marL="16994444" indent="0" algn="ctr">
              <a:buNone/>
              <a:defRPr sz="8496"/>
            </a:lvl8pPr>
            <a:lvl9pPr marL="19422222" indent="0" algn="ctr">
              <a:buNone/>
              <a:defRPr sz="84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5441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2184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888" y="9574541"/>
            <a:ext cx="41878925" cy="15975327"/>
          </a:xfrm>
        </p:spPr>
        <p:txBody>
          <a:bodyPr anchor="b"/>
          <a:lstStyle>
            <a:lvl1pPr>
              <a:defRPr sz="318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2888" y="25701001"/>
            <a:ext cx="41878925" cy="8401047"/>
          </a:xfrm>
        </p:spPr>
        <p:txBody>
          <a:bodyPr/>
          <a:lstStyle>
            <a:lvl1pPr marL="0" indent="0">
              <a:buNone/>
              <a:defRPr sz="12744">
                <a:solidFill>
                  <a:schemeClr val="tx1"/>
                </a:solidFill>
              </a:defRPr>
            </a:lvl1pPr>
            <a:lvl2pPr marL="2427778" indent="0">
              <a:buNone/>
              <a:defRPr sz="10620">
                <a:solidFill>
                  <a:schemeClr val="tx1">
                    <a:tint val="75000"/>
                  </a:schemeClr>
                </a:solidFill>
              </a:defRPr>
            </a:lvl2pPr>
            <a:lvl3pPr marL="4855555" indent="0">
              <a:buNone/>
              <a:defRPr sz="9558">
                <a:solidFill>
                  <a:schemeClr val="tx1">
                    <a:tint val="75000"/>
                  </a:schemeClr>
                </a:solidFill>
              </a:defRPr>
            </a:lvl3pPr>
            <a:lvl4pPr marL="7283333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4pPr>
            <a:lvl5pPr marL="9711111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5pPr>
            <a:lvl6pPr marL="12138889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6pPr>
            <a:lvl7pPr marL="14566666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7pPr>
            <a:lvl8pPr marL="16994444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8pPr>
            <a:lvl9pPr marL="19422222" indent="0">
              <a:buNone/>
              <a:defRPr sz="84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066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8175" y="10223500"/>
            <a:ext cx="20635992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81108" y="10223500"/>
            <a:ext cx="20635992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1124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499" y="2044708"/>
            <a:ext cx="41878925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505" y="9414513"/>
            <a:ext cx="20541154" cy="4613907"/>
          </a:xfrm>
        </p:spPr>
        <p:txBody>
          <a:bodyPr anchor="b"/>
          <a:lstStyle>
            <a:lvl1pPr marL="0" indent="0">
              <a:buNone/>
              <a:defRPr sz="12744" b="1"/>
            </a:lvl1pPr>
            <a:lvl2pPr marL="2427778" indent="0">
              <a:buNone/>
              <a:defRPr sz="10620" b="1"/>
            </a:lvl2pPr>
            <a:lvl3pPr marL="4855555" indent="0">
              <a:buNone/>
              <a:defRPr sz="9558" b="1"/>
            </a:lvl3pPr>
            <a:lvl4pPr marL="7283333" indent="0">
              <a:buNone/>
              <a:defRPr sz="8496" b="1"/>
            </a:lvl4pPr>
            <a:lvl5pPr marL="9711111" indent="0">
              <a:buNone/>
              <a:defRPr sz="8496" b="1"/>
            </a:lvl5pPr>
            <a:lvl6pPr marL="12138889" indent="0">
              <a:buNone/>
              <a:defRPr sz="8496" b="1"/>
            </a:lvl6pPr>
            <a:lvl7pPr marL="14566666" indent="0">
              <a:buNone/>
              <a:defRPr sz="8496" b="1"/>
            </a:lvl7pPr>
            <a:lvl8pPr marL="16994444" indent="0">
              <a:buNone/>
              <a:defRPr sz="8496" b="1"/>
            </a:lvl8pPr>
            <a:lvl9pPr marL="19422222" indent="0">
              <a:buNone/>
              <a:defRPr sz="84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44505" y="14028420"/>
            <a:ext cx="20541154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581111" y="9414513"/>
            <a:ext cx="20642316" cy="4613907"/>
          </a:xfrm>
        </p:spPr>
        <p:txBody>
          <a:bodyPr anchor="b"/>
          <a:lstStyle>
            <a:lvl1pPr marL="0" indent="0">
              <a:buNone/>
              <a:defRPr sz="12744" b="1"/>
            </a:lvl1pPr>
            <a:lvl2pPr marL="2427778" indent="0">
              <a:buNone/>
              <a:defRPr sz="10620" b="1"/>
            </a:lvl2pPr>
            <a:lvl3pPr marL="4855555" indent="0">
              <a:buNone/>
              <a:defRPr sz="9558" b="1"/>
            </a:lvl3pPr>
            <a:lvl4pPr marL="7283333" indent="0">
              <a:buNone/>
              <a:defRPr sz="8496" b="1"/>
            </a:lvl4pPr>
            <a:lvl5pPr marL="9711111" indent="0">
              <a:buNone/>
              <a:defRPr sz="8496" b="1"/>
            </a:lvl5pPr>
            <a:lvl6pPr marL="12138889" indent="0">
              <a:buNone/>
              <a:defRPr sz="8496" b="1"/>
            </a:lvl6pPr>
            <a:lvl7pPr marL="14566666" indent="0">
              <a:buNone/>
              <a:defRPr sz="8496" b="1"/>
            </a:lvl7pPr>
            <a:lvl8pPr marL="16994444" indent="0">
              <a:buNone/>
              <a:defRPr sz="8496" b="1"/>
            </a:lvl8pPr>
            <a:lvl9pPr marL="19422222" indent="0">
              <a:buNone/>
              <a:defRPr sz="84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581111" y="14028420"/>
            <a:ext cx="20642316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1411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4526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8620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499" y="2560320"/>
            <a:ext cx="15660340" cy="8961120"/>
          </a:xfrm>
        </p:spPr>
        <p:txBody>
          <a:bodyPr anchor="b"/>
          <a:lstStyle>
            <a:lvl1pPr>
              <a:defRPr sz="169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42316" y="5529588"/>
            <a:ext cx="24581108" cy="27292300"/>
          </a:xfrm>
        </p:spPr>
        <p:txBody>
          <a:bodyPr/>
          <a:lstStyle>
            <a:lvl1pPr>
              <a:defRPr sz="16992"/>
            </a:lvl1pPr>
            <a:lvl2pPr>
              <a:defRPr sz="14868"/>
            </a:lvl2pPr>
            <a:lvl3pPr>
              <a:defRPr sz="12744"/>
            </a:lvl3pPr>
            <a:lvl4pPr>
              <a:defRPr sz="10620"/>
            </a:lvl4pPr>
            <a:lvl5pPr>
              <a:defRPr sz="10620"/>
            </a:lvl5pPr>
            <a:lvl6pPr>
              <a:defRPr sz="10620"/>
            </a:lvl6pPr>
            <a:lvl7pPr>
              <a:defRPr sz="10620"/>
            </a:lvl7pPr>
            <a:lvl8pPr>
              <a:defRPr sz="10620"/>
            </a:lvl8pPr>
            <a:lvl9pPr>
              <a:defRPr sz="10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4499" y="11521440"/>
            <a:ext cx="15660340" cy="21344893"/>
          </a:xfrm>
        </p:spPr>
        <p:txBody>
          <a:bodyPr/>
          <a:lstStyle>
            <a:lvl1pPr marL="0" indent="0">
              <a:buNone/>
              <a:defRPr sz="8496"/>
            </a:lvl1pPr>
            <a:lvl2pPr marL="2427778" indent="0">
              <a:buNone/>
              <a:defRPr sz="7434"/>
            </a:lvl2pPr>
            <a:lvl3pPr marL="4855555" indent="0">
              <a:buNone/>
              <a:defRPr sz="6372"/>
            </a:lvl3pPr>
            <a:lvl4pPr marL="7283333" indent="0">
              <a:buNone/>
              <a:defRPr sz="5310"/>
            </a:lvl4pPr>
            <a:lvl5pPr marL="9711111" indent="0">
              <a:buNone/>
              <a:defRPr sz="5310"/>
            </a:lvl5pPr>
            <a:lvl6pPr marL="12138889" indent="0">
              <a:buNone/>
              <a:defRPr sz="5310"/>
            </a:lvl6pPr>
            <a:lvl7pPr marL="14566666" indent="0">
              <a:buNone/>
              <a:defRPr sz="5310"/>
            </a:lvl7pPr>
            <a:lvl8pPr marL="16994444" indent="0">
              <a:buNone/>
              <a:defRPr sz="5310"/>
            </a:lvl8pPr>
            <a:lvl9pPr marL="19422222" indent="0">
              <a:buNone/>
              <a:defRPr sz="5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4512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499" y="2560320"/>
            <a:ext cx="15660340" cy="8961120"/>
          </a:xfrm>
        </p:spPr>
        <p:txBody>
          <a:bodyPr anchor="b"/>
          <a:lstStyle>
            <a:lvl1pPr>
              <a:defRPr sz="169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642316" y="5529588"/>
            <a:ext cx="24581108" cy="27292300"/>
          </a:xfrm>
        </p:spPr>
        <p:txBody>
          <a:bodyPr anchor="t"/>
          <a:lstStyle>
            <a:lvl1pPr marL="0" indent="0">
              <a:buNone/>
              <a:defRPr sz="16992"/>
            </a:lvl1pPr>
            <a:lvl2pPr marL="2427778" indent="0">
              <a:buNone/>
              <a:defRPr sz="14868"/>
            </a:lvl2pPr>
            <a:lvl3pPr marL="4855555" indent="0">
              <a:buNone/>
              <a:defRPr sz="12744"/>
            </a:lvl3pPr>
            <a:lvl4pPr marL="7283333" indent="0">
              <a:buNone/>
              <a:defRPr sz="10620"/>
            </a:lvl4pPr>
            <a:lvl5pPr marL="9711111" indent="0">
              <a:buNone/>
              <a:defRPr sz="10620"/>
            </a:lvl5pPr>
            <a:lvl6pPr marL="12138889" indent="0">
              <a:buNone/>
              <a:defRPr sz="10620"/>
            </a:lvl6pPr>
            <a:lvl7pPr marL="14566666" indent="0">
              <a:buNone/>
              <a:defRPr sz="10620"/>
            </a:lvl7pPr>
            <a:lvl8pPr marL="16994444" indent="0">
              <a:buNone/>
              <a:defRPr sz="10620"/>
            </a:lvl8pPr>
            <a:lvl9pPr marL="19422222" indent="0">
              <a:buNone/>
              <a:defRPr sz="10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44499" y="11521440"/>
            <a:ext cx="15660340" cy="21344893"/>
          </a:xfrm>
        </p:spPr>
        <p:txBody>
          <a:bodyPr/>
          <a:lstStyle>
            <a:lvl1pPr marL="0" indent="0">
              <a:buNone/>
              <a:defRPr sz="8496"/>
            </a:lvl1pPr>
            <a:lvl2pPr marL="2427778" indent="0">
              <a:buNone/>
              <a:defRPr sz="7434"/>
            </a:lvl2pPr>
            <a:lvl3pPr marL="4855555" indent="0">
              <a:buNone/>
              <a:defRPr sz="6372"/>
            </a:lvl3pPr>
            <a:lvl4pPr marL="7283333" indent="0">
              <a:buNone/>
              <a:defRPr sz="5310"/>
            </a:lvl4pPr>
            <a:lvl5pPr marL="9711111" indent="0">
              <a:buNone/>
              <a:defRPr sz="5310"/>
            </a:lvl5pPr>
            <a:lvl6pPr marL="12138889" indent="0">
              <a:buNone/>
              <a:defRPr sz="5310"/>
            </a:lvl6pPr>
            <a:lvl7pPr marL="14566666" indent="0">
              <a:buNone/>
              <a:defRPr sz="5310"/>
            </a:lvl7pPr>
            <a:lvl8pPr marL="16994444" indent="0">
              <a:buNone/>
              <a:defRPr sz="5310"/>
            </a:lvl8pPr>
            <a:lvl9pPr marL="19422222" indent="0">
              <a:buNone/>
              <a:defRPr sz="5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17836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64531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747371" y="2044700"/>
            <a:ext cx="10469731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38178" y="2044700"/>
            <a:ext cx="30802253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4573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38175" y="2044708"/>
            <a:ext cx="41878925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38175" y="10223500"/>
            <a:ext cx="41878925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38175" y="35595568"/>
            <a:ext cx="10924937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BDC02-C559-49DF-B62E-8EEB9B0C65DF}" type="datetimeFigureOut">
              <a:rPr lang="ar-EG" smtClean="0"/>
              <a:t>13/02/1447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83935" y="35595568"/>
            <a:ext cx="16387405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292163" y="35595568"/>
            <a:ext cx="10924937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9F49B-A093-4BBA-B925-FEA74858783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56410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defTabSz="4855555" rtl="1" eaLnBrk="1" latinLnBrk="0" hangingPunct="1">
        <a:lnSpc>
          <a:spcPct val="90000"/>
        </a:lnSpc>
        <a:spcBef>
          <a:spcPct val="0"/>
        </a:spcBef>
        <a:buNone/>
        <a:defRPr sz="233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3889" indent="-1213889" algn="r" defTabSz="4855555" rtl="1" eaLnBrk="1" latinLnBrk="0" hangingPunct="1">
        <a:lnSpc>
          <a:spcPct val="90000"/>
        </a:lnSpc>
        <a:spcBef>
          <a:spcPts val="5310"/>
        </a:spcBef>
        <a:buFont typeface="Arial" panose="020B0604020202020204" pitchFamily="34" charset="0"/>
        <a:buChar char="•"/>
        <a:defRPr sz="14868" kern="1200">
          <a:solidFill>
            <a:schemeClr val="tx1"/>
          </a:solidFill>
          <a:latin typeface="+mn-lt"/>
          <a:ea typeface="+mn-ea"/>
          <a:cs typeface="+mn-cs"/>
        </a:defRPr>
      </a:lvl1pPr>
      <a:lvl2pPr marL="3641667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12744" kern="1200">
          <a:solidFill>
            <a:schemeClr val="tx1"/>
          </a:solidFill>
          <a:latin typeface="+mn-lt"/>
          <a:ea typeface="+mn-ea"/>
          <a:cs typeface="+mn-cs"/>
        </a:defRPr>
      </a:lvl2pPr>
      <a:lvl3pPr marL="6069444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10620" kern="1200">
          <a:solidFill>
            <a:schemeClr val="tx1"/>
          </a:solidFill>
          <a:latin typeface="+mn-lt"/>
          <a:ea typeface="+mn-ea"/>
          <a:cs typeface="+mn-cs"/>
        </a:defRPr>
      </a:lvl3pPr>
      <a:lvl4pPr marL="8497222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4pPr>
      <a:lvl5pPr marL="10925000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5pPr>
      <a:lvl6pPr marL="13352777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6pPr>
      <a:lvl7pPr marL="15780555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7pPr>
      <a:lvl8pPr marL="18208333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8pPr>
      <a:lvl9pPr marL="20636111" indent="-1213889" algn="r" defTabSz="4855555" rtl="1" eaLnBrk="1" latinLnBrk="0" hangingPunct="1">
        <a:lnSpc>
          <a:spcPct val="90000"/>
        </a:lnSpc>
        <a:spcBef>
          <a:spcPts val="2655"/>
        </a:spcBef>
        <a:buFont typeface="Arial" panose="020B0604020202020204" pitchFamily="34" charset="0"/>
        <a:buChar char="•"/>
        <a:defRPr sz="95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1pPr>
      <a:lvl2pPr marL="2427778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2pPr>
      <a:lvl3pPr marL="4855555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3pPr>
      <a:lvl4pPr marL="7283333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4pPr>
      <a:lvl5pPr marL="9711111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5pPr>
      <a:lvl6pPr marL="12138889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6pPr>
      <a:lvl7pPr marL="14566666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7pPr>
      <a:lvl8pPr marL="16994444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8pPr>
      <a:lvl9pPr marL="19422222" algn="r" defTabSz="4855555" rtl="1" eaLnBrk="1" latinLnBrk="0" hangingPunct="1">
        <a:defRPr sz="95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87D3C9-B7F8-4FA8-9C35-8CA0C3BFEFED}"/>
              </a:ext>
            </a:extLst>
          </p:cNvPr>
          <p:cNvSpPr/>
          <p:nvPr/>
        </p:nvSpPr>
        <p:spPr>
          <a:xfrm>
            <a:off x="5" y="0"/>
            <a:ext cx="48555275" cy="38635710"/>
          </a:xfrm>
          <a:prstGeom prst="roundRect">
            <a:avLst>
              <a:gd name="adj" fmla="val 2557"/>
            </a:avLst>
          </a:prstGeom>
          <a:gradFill>
            <a:gsLst>
              <a:gs pos="63000">
                <a:srgbClr val="3C4245"/>
              </a:gs>
              <a:gs pos="0">
                <a:srgbClr val="140E12"/>
              </a:gs>
              <a:gs pos="100000">
                <a:srgbClr val="7C949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62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542C58-90FB-4713-9C4A-D744257750EF}"/>
              </a:ext>
            </a:extLst>
          </p:cNvPr>
          <p:cNvSpPr/>
          <p:nvPr/>
        </p:nvSpPr>
        <p:spPr>
          <a:xfrm>
            <a:off x="3412688" y="14803120"/>
            <a:ext cx="22181420" cy="11517744"/>
          </a:xfrm>
          <a:prstGeom prst="roundRect">
            <a:avLst>
              <a:gd name="adj" fmla="val 9561"/>
            </a:avLst>
          </a:prstGeom>
          <a:solidFill>
            <a:srgbClr val="353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62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83F7D3-DFD4-4FF9-AE6E-61D9453049D4}"/>
              </a:ext>
            </a:extLst>
          </p:cNvPr>
          <p:cNvGrpSpPr/>
          <p:nvPr/>
        </p:nvGrpSpPr>
        <p:grpSpPr>
          <a:xfrm>
            <a:off x="3412688" y="3031480"/>
            <a:ext cx="14547270" cy="8180313"/>
            <a:chOff x="2016803" y="1671948"/>
            <a:chExt cx="5025687" cy="3131098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24446C0-7D96-4FB6-80DC-557971796C31}"/>
                </a:ext>
              </a:extLst>
            </p:cNvPr>
            <p:cNvSpPr/>
            <p:nvPr/>
          </p:nvSpPr>
          <p:spPr>
            <a:xfrm>
              <a:off x="2016803" y="1671948"/>
              <a:ext cx="5025687" cy="3131098"/>
            </a:xfrm>
            <a:prstGeom prst="roundRect">
              <a:avLst/>
            </a:prstGeom>
            <a:solidFill>
              <a:srgbClr val="3034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1620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364C944-1C72-43F5-B0D1-3ED94DBA8F91}"/>
                </a:ext>
              </a:extLst>
            </p:cNvPr>
            <p:cNvSpPr/>
            <p:nvPr/>
          </p:nvSpPr>
          <p:spPr>
            <a:xfrm>
              <a:off x="2016803" y="1671948"/>
              <a:ext cx="5025686" cy="832713"/>
            </a:xfrm>
            <a:prstGeom prst="roundRect">
              <a:avLst>
                <a:gd name="adj" fmla="val 26685"/>
              </a:avLst>
            </a:prstGeom>
            <a:solidFill>
              <a:srgbClr val="28252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5654DE1-3882-4C23-BBBD-EA74DE827C89}"/>
                </a:ext>
              </a:extLst>
            </p:cNvPr>
            <p:cNvCxnSpPr>
              <a:stCxn id="3" idx="0"/>
              <a:endCxn id="3" idx="2"/>
            </p:cNvCxnSpPr>
            <p:nvPr/>
          </p:nvCxnSpPr>
          <p:spPr>
            <a:xfrm>
              <a:off x="4529646" y="1671948"/>
              <a:ext cx="0" cy="832713"/>
            </a:xfrm>
            <a:prstGeom prst="line">
              <a:avLst/>
            </a:prstGeom>
            <a:ln w="31750">
              <a:solidFill>
                <a:schemeClr val="bg1">
                  <a:lumMod val="9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19A994-701C-4EBB-99EB-C8BA4BD2473B}"/>
              </a:ext>
            </a:extLst>
          </p:cNvPr>
          <p:cNvCxnSpPr>
            <a:cxnSpLocks/>
          </p:cNvCxnSpPr>
          <p:nvPr/>
        </p:nvCxnSpPr>
        <p:spPr>
          <a:xfrm>
            <a:off x="2719663" y="2646256"/>
            <a:ext cx="45835617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7ABB828-7456-447B-A0A6-9C876480EE4C}"/>
              </a:ext>
            </a:extLst>
          </p:cNvPr>
          <p:cNvSpPr/>
          <p:nvPr/>
        </p:nvSpPr>
        <p:spPr>
          <a:xfrm>
            <a:off x="168447" y="457200"/>
            <a:ext cx="3036717" cy="38178510"/>
          </a:xfrm>
          <a:prstGeom prst="roundRect">
            <a:avLst/>
          </a:prstGeom>
          <a:gradFill>
            <a:gsLst>
              <a:gs pos="100000">
                <a:srgbClr val="6DF6E4"/>
              </a:gs>
              <a:gs pos="0">
                <a:srgbClr val="140E12"/>
              </a:gs>
              <a:gs pos="100000">
                <a:srgbClr val="7C949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BE0787F-E674-49A0-B37E-15DE54F9F1AA}"/>
              </a:ext>
            </a:extLst>
          </p:cNvPr>
          <p:cNvGrpSpPr/>
          <p:nvPr/>
        </p:nvGrpSpPr>
        <p:grpSpPr>
          <a:xfrm>
            <a:off x="18320474" y="3031480"/>
            <a:ext cx="14547270" cy="8180313"/>
            <a:chOff x="2016803" y="1671948"/>
            <a:chExt cx="5025687" cy="313109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A9C597E2-F03E-4F47-B777-D6E3A0EB40FB}"/>
                </a:ext>
              </a:extLst>
            </p:cNvPr>
            <p:cNvSpPr/>
            <p:nvPr/>
          </p:nvSpPr>
          <p:spPr>
            <a:xfrm>
              <a:off x="2016803" y="1671948"/>
              <a:ext cx="5025687" cy="3131098"/>
            </a:xfrm>
            <a:prstGeom prst="roundRect">
              <a:avLst/>
            </a:prstGeom>
            <a:solidFill>
              <a:srgbClr val="3034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1620" dirty="0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F0C4DE0-6FCC-4393-99AE-DBE76C9A9ACA}"/>
                </a:ext>
              </a:extLst>
            </p:cNvPr>
            <p:cNvSpPr/>
            <p:nvPr/>
          </p:nvSpPr>
          <p:spPr>
            <a:xfrm>
              <a:off x="2016803" y="1671948"/>
              <a:ext cx="5025686" cy="832713"/>
            </a:xfrm>
            <a:prstGeom prst="roundRect">
              <a:avLst>
                <a:gd name="adj" fmla="val 26685"/>
              </a:avLst>
            </a:prstGeom>
            <a:solidFill>
              <a:srgbClr val="28252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417C112-4712-497D-8578-39F3AF4403F8}"/>
                </a:ext>
              </a:extLst>
            </p:cNvPr>
            <p:cNvCxnSpPr>
              <a:stCxn id="68" idx="0"/>
              <a:endCxn id="68" idx="2"/>
            </p:cNvCxnSpPr>
            <p:nvPr/>
          </p:nvCxnSpPr>
          <p:spPr>
            <a:xfrm>
              <a:off x="4529646" y="1671948"/>
              <a:ext cx="0" cy="832713"/>
            </a:xfrm>
            <a:prstGeom prst="line">
              <a:avLst/>
            </a:prstGeom>
            <a:ln w="31750">
              <a:solidFill>
                <a:schemeClr val="bg1">
                  <a:lumMod val="9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13C5875-4622-40FA-8FF5-4BDF20F8EF6B}"/>
              </a:ext>
            </a:extLst>
          </p:cNvPr>
          <p:cNvGrpSpPr/>
          <p:nvPr/>
        </p:nvGrpSpPr>
        <p:grpSpPr>
          <a:xfrm>
            <a:off x="33435786" y="3031480"/>
            <a:ext cx="14547270" cy="8180313"/>
            <a:chOff x="2016803" y="1671948"/>
            <a:chExt cx="5025687" cy="313109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95490A2-6C4D-49EC-8DD3-B1D0325ADDC9}"/>
                </a:ext>
              </a:extLst>
            </p:cNvPr>
            <p:cNvSpPr/>
            <p:nvPr/>
          </p:nvSpPr>
          <p:spPr>
            <a:xfrm>
              <a:off x="2016803" y="1671948"/>
              <a:ext cx="5025687" cy="3131098"/>
            </a:xfrm>
            <a:prstGeom prst="roundRect">
              <a:avLst/>
            </a:prstGeom>
            <a:solidFill>
              <a:srgbClr val="3034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 sz="1620" dirty="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97A6AD11-E2C5-4CB0-9779-29721052D94A}"/>
                </a:ext>
              </a:extLst>
            </p:cNvPr>
            <p:cNvSpPr/>
            <p:nvPr/>
          </p:nvSpPr>
          <p:spPr>
            <a:xfrm>
              <a:off x="2016803" y="1671948"/>
              <a:ext cx="5025686" cy="832713"/>
            </a:xfrm>
            <a:prstGeom prst="roundRect">
              <a:avLst>
                <a:gd name="adj" fmla="val 26685"/>
              </a:avLst>
            </a:prstGeom>
            <a:solidFill>
              <a:srgbClr val="282528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EG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207DD2CA-AEBE-4BEC-858F-EAC4F2484FA7}"/>
                </a:ext>
              </a:extLst>
            </p:cNvPr>
            <p:cNvCxnSpPr>
              <a:stCxn id="72" idx="0"/>
              <a:endCxn id="72" idx="2"/>
            </p:cNvCxnSpPr>
            <p:nvPr/>
          </p:nvCxnSpPr>
          <p:spPr>
            <a:xfrm>
              <a:off x="4529646" y="1671948"/>
              <a:ext cx="0" cy="832713"/>
            </a:xfrm>
            <a:prstGeom prst="line">
              <a:avLst/>
            </a:prstGeom>
            <a:ln w="31750">
              <a:solidFill>
                <a:schemeClr val="bg1">
                  <a:lumMod val="9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FB208771-BA54-4BE2-94EB-CCD52AB0B36A}"/>
              </a:ext>
            </a:extLst>
          </p:cNvPr>
          <p:cNvSpPr/>
          <p:nvPr/>
        </p:nvSpPr>
        <p:spPr>
          <a:xfrm>
            <a:off x="25801633" y="14803120"/>
            <a:ext cx="22181420" cy="11517744"/>
          </a:xfrm>
          <a:prstGeom prst="roundRect">
            <a:avLst>
              <a:gd name="adj" fmla="val 9561"/>
            </a:avLst>
          </a:prstGeom>
          <a:solidFill>
            <a:srgbClr val="353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620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62C473B-24AE-4684-8AE7-C95997461084}"/>
              </a:ext>
            </a:extLst>
          </p:cNvPr>
          <p:cNvSpPr/>
          <p:nvPr/>
        </p:nvSpPr>
        <p:spPr>
          <a:xfrm>
            <a:off x="3412688" y="26935086"/>
            <a:ext cx="22181420" cy="11517744"/>
          </a:xfrm>
          <a:prstGeom prst="roundRect">
            <a:avLst>
              <a:gd name="adj" fmla="val 9561"/>
            </a:avLst>
          </a:prstGeom>
          <a:solidFill>
            <a:srgbClr val="353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620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8633DF5-6186-47AA-AFB9-C7D60F3D638E}"/>
              </a:ext>
            </a:extLst>
          </p:cNvPr>
          <p:cNvSpPr/>
          <p:nvPr/>
        </p:nvSpPr>
        <p:spPr>
          <a:xfrm>
            <a:off x="25801633" y="26935086"/>
            <a:ext cx="22181420" cy="11517744"/>
          </a:xfrm>
          <a:prstGeom prst="roundRect">
            <a:avLst>
              <a:gd name="adj" fmla="val 9561"/>
            </a:avLst>
          </a:prstGeom>
          <a:solidFill>
            <a:srgbClr val="353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sz="1620"/>
          </a:p>
        </p:txBody>
      </p:sp>
    </p:spTree>
    <p:extLst>
      <p:ext uri="{BB962C8B-B14F-4D97-AF65-F5344CB8AC3E}">
        <p14:creationId xmlns:p14="http://schemas.microsoft.com/office/powerpoint/2010/main" val="2975469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M Mahrous</dc:creator>
  <cp:lastModifiedBy>Ahmed M Mahrous</cp:lastModifiedBy>
  <cp:revision>8</cp:revision>
  <dcterms:created xsi:type="dcterms:W3CDTF">2025-08-06T16:25:48Z</dcterms:created>
  <dcterms:modified xsi:type="dcterms:W3CDTF">2025-08-06T23:19:31Z</dcterms:modified>
</cp:coreProperties>
</file>